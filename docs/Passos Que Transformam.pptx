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194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é Carlos da Cruz" userId="dd4ad547-ffe4-4700-9653-9f0ad2fb609d" providerId="ADAL" clId="{3E93CA4D-C18D-47B6-A69F-7E9F804B9368}"/>
    <pc:docChg chg="undo custSel mod modSld modMainMaster">
      <pc:chgData name="José Carlos da Cruz" userId="dd4ad547-ffe4-4700-9653-9f0ad2fb609d" providerId="ADAL" clId="{3E93CA4D-C18D-47B6-A69F-7E9F804B9368}" dt="2026-03-24T20:48:12.582" v="521" actId="1076"/>
      <pc:docMkLst>
        <pc:docMk/>
      </pc:docMkLst>
      <pc:sldChg chg="modSp mod">
        <pc:chgData name="José Carlos da Cruz" userId="dd4ad547-ffe4-4700-9653-9f0ad2fb609d" providerId="ADAL" clId="{3E93CA4D-C18D-47B6-A69F-7E9F804B9368}" dt="2026-03-24T20:32:21.246" v="20" actId="1076"/>
        <pc:sldMkLst>
          <pc:docMk/>
          <pc:sldMk cId="0" sldId="257"/>
        </pc:sldMkLst>
        <pc:spChg chg="mod">
          <ac:chgData name="José Carlos da Cruz" userId="dd4ad547-ffe4-4700-9653-9f0ad2fb609d" providerId="ADAL" clId="{3E93CA4D-C18D-47B6-A69F-7E9F804B9368}" dt="2026-03-24T20:31:45.350" v="11" actId="14100"/>
          <ac:spMkLst>
            <pc:docMk/>
            <pc:sldMk cId="0" sldId="257"/>
            <ac:spMk id="3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2:03.326" v="16" actId="1036"/>
          <ac:spMkLst>
            <pc:docMk/>
            <pc:sldMk cId="0" sldId="257"/>
            <ac:spMk id="4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2:14.012" v="18" actId="14100"/>
          <ac:spMkLst>
            <pc:docMk/>
            <pc:sldMk cId="0" sldId="257"/>
            <ac:spMk id="5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1:39.894" v="9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1:42.079" v="10" actId="107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1:55.066" v="13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1:58.325" v="14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2:17.478" v="19" actId="107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2:21.246" v="20" actId="1076"/>
          <ac:spMkLst>
            <pc:docMk/>
            <pc:sldMk cId="0" sldId="257"/>
            <ac:spMk id="14" creationId="{00000000-0000-0000-0000-000000000000}"/>
          </ac:spMkLst>
        </pc:spChg>
      </pc:sldChg>
      <pc:sldChg chg="modSp mod">
        <pc:chgData name="José Carlos da Cruz" userId="dd4ad547-ffe4-4700-9653-9f0ad2fb609d" providerId="ADAL" clId="{3E93CA4D-C18D-47B6-A69F-7E9F804B9368}" dt="2026-03-24T20:33:44.517" v="35" actId="14100"/>
        <pc:sldMkLst>
          <pc:docMk/>
          <pc:sldMk cId="0" sldId="259"/>
        </pc:sldMkLst>
        <pc:spChg chg="mod">
          <ac:chgData name="José Carlos da Cruz" userId="dd4ad547-ffe4-4700-9653-9f0ad2fb609d" providerId="ADAL" clId="{3E93CA4D-C18D-47B6-A69F-7E9F804B9368}" dt="2026-03-24T20:33:25.298" v="30" actId="14100"/>
          <ac:spMkLst>
            <pc:docMk/>
            <pc:sldMk cId="0" sldId="259"/>
            <ac:spMk id="2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3:44.517" v="35" actId="14100"/>
          <ac:spMkLst>
            <pc:docMk/>
            <pc:sldMk cId="0" sldId="259"/>
            <ac:spMk id="3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3:20.193" v="28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3:22.671" v="29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3:31.861" v="32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3:41.392" v="34" actId="14100"/>
          <ac:spMkLst>
            <pc:docMk/>
            <pc:sldMk cId="0" sldId="259"/>
            <ac:spMk id="8" creationId="{00000000-0000-0000-0000-000000000000}"/>
          </ac:spMkLst>
        </pc:spChg>
      </pc:sldChg>
      <pc:sldChg chg="modSp mod">
        <pc:chgData name="José Carlos da Cruz" userId="dd4ad547-ffe4-4700-9653-9f0ad2fb609d" providerId="ADAL" clId="{3E93CA4D-C18D-47B6-A69F-7E9F804B9368}" dt="2026-03-24T20:34:42.131" v="74" actId="1076"/>
        <pc:sldMkLst>
          <pc:docMk/>
          <pc:sldMk cId="0" sldId="262"/>
        </pc:sldMkLst>
        <pc:spChg chg="mod">
          <ac:chgData name="José Carlos da Cruz" userId="dd4ad547-ffe4-4700-9653-9f0ad2fb609d" providerId="ADAL" clId="{3E93CA4D-C18D-47B6-A69F-7E9F804B9368}" dt="2026-03-24T20:34:11.767" v="36" actId="14100"/>
          <ac:spMkLst>
            <pc:docMk/>
            <pc:sldMk cId="0" sldId="262"/>
            <ac:spMk id="2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4:36.257" v="73" actId="14100"/>
          <ac:spMkLst>
            <pc:docMk/>
            <pc:sldMk cId="0" sldId="262"/>
            <ac:spMk id="3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4:29.329" v="71" actId="1035"/>
          <ac:spMkLst>
            <pc:docMk/>
            <pc:sldMk cId="0" sldId="262"/>
            <ac:spMk id="4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4:19.518" v="53" actId="1035"/>
          <ac:spMkLst>
            <pc:docMk/>
            <pc:sldMk cId="0" sldId="262"/>
            <ac:spMk id="9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4:19.518" v="53" actId="1035"/>
          <ac:spMkLst>
            <pc:docMk/>
            <pc:sldMk cId="0" sldId="262"/>
            <ac:spMk id="10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4:29.329" v="71" actId="1035"/>
          <ac:spMkLst>
            <pc:docMk/>
            <pc:sldMk cId="0" sldId="262"/>
            <ac:spMk id="11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4:29.329" v="71" actId="1035"/>
          <ac:spMkLst>
            <pc:docMk/>
            <pc:sldMk cId="0" sldId="262"/>
            <ac:spMk id="12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4:42.131" v="74" actId="1076"/>
          <ac:spMkLst>
            <pc:docMk/>
            <pc:sldMk cId="0" sldId="262"/>
            <ac:spMk id="13" creationId="{00000000-0000-0000-0000-000000000000}"/>
          </ac:spMkLst>
        </pc:spChg>
      </pc:sldChg>
      <pc:sldChg chg="delSp modSp mod">
        <pc:chgData name="José Carlos da Cruz" userId="dd4ad547-ffe4-4700-9653-9f0ad2fb609d" providerId="ADAL" clId="{3E93CA4D-C18D-47B6-A69F-7E9F804B9368}" dt="2026-03-24T20:36:49.035" v="231" actId="478"/>
        <pc:sldMkLst>
          <pc:docMk/>
          <pc:sldMk cId="0" sldId="263"/>
        </pc:sldMkLst>
        <pc:spChg chg="mod">
          <ac:chgData name="José Carlos da Cruz" userId="dd4ad547-ffe4-4700-9653-9f0ad2fb609d" providerId="ADAL" clId="{3E93CA4D-C18D-47B6-A69F-7E9F804B9368}" dt="2026-03-24T20:35:38.108" v="112" actId="14100"/>
          <ac:spMkLst>
            <pc:docMk/>
            <pc:sldMk cId="0" sldId="263"/>
            <ac:spMk id="2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5:51.982" v="145" actId="14100"/>
          <ac:spMkLst>
            <pc:docMk/>
            <pc:sldMk cId="0" sldId="263"/>
            <ac:spMk id="3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6:09.938" v="183" actId="14100"/>
          <ac:spMkLst>
            <pc:docMk/>
            <pc:sldMk cId="0" sldId="263"/>
            <ac:spMk id="4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6:25.976" v="227" actId="14100"/>
          <ac:spMkLst>
            <pc:docMk/>
            <pc:sldMk cId="0" sldId="263"/>
            <ac:spMk id="5" creationId="{00000000-0000-0000-0000-000000000000}"/>
          </ac:spMkLst>
        </pc:spChg>
        <pc:spChg chg="del mod">
          <ac:chgData name="José Carlos da Cruz" userId="dd4ad547-ffe4-4700-9653-9f0ad2fb609d" providerId="ADAL" clId="{3E93CA4D-C18D-47B6-A69F-7E9F804B9368}" dt="2026-03-24T20:36:49.035" v="231" actId="478"/>
          <ac:spMkLst>
            <pc:docMk/>
            <pc:sldMk cId="0" sldId="263"/>
            <ac:spMk id="6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5:34.426" v="111" actId="1035"/>
          <ac:spMkLst>
            <pc:docMk/>
            <pc:sldMk cId="0" sldId="263"/>
            <ac:spMk id="8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5:34.426" v="111" actId="1035"/>
          <ac:spMkLst>
            <pc:docMk/>
            <pc:sldMk cId="0" sldId="263"/>
            <ac:spMk id="9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5:47.372" v="144" actId="103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5:47.372" v="144" actId="1036"/>
          <ac:spMkLst>
            <pc:docMk/>
            <pc:sldMk cId="0" sldId="263"/>
            <ac:spMk id="11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6:06.509" v="182" actId="1035"/>
          <ac:spMkLst>
            <pc:docMk/>
            <pc:sldMk cId="0" sldId="263"/>
            <ac:spMk id="12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6:06.509" v="182" actId="1035"/>
          <ac:spMkLst>
            <pc:docMk/>
            <pc:sldMk cId="0" sldId="263"/>
            <ac:spMk id="13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6:20.847" v="226" actId="1035"/>
          <ac:spMkLst>
            <pc:docMk/>
            <pc:sldMk cId="0" sldId="263"/>
            <ac:spMk id="14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6:20.847" v="226" actId="1035"/>
          <ac:spMkLst>
            <pc:docMk/>
            <pc:sldMk cId="0" sldId="263"/>
            <ac:spMk id="15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6:46.472" v="230" actId="1076"/>
          <ac:spMkLst>
            <pc:docMk/>
            <pc:sldMk cId="0" sldId="263"/>
            <ac:spMk id="16" creationId="{00000000-0000-0000-0000-000000000000}"/>
          </ac:spMkLst>
        </pc:spChg>
      </pc:sldChg>
      <pc:sldChg chg="modSp mod">
        <pc:chgData name="José Carlos da Cruz" userId="dd4ad547-ffe4-4700-9653-9f0ad2fb609d" providerId="ADAL" clId="{3E93CA4D-C18D-47B6-A69F-7E9F804B9368}" dt="2026-03-24T20:37:19.535" v="280" actId="1076"/>
        <pc:sldMkLst>
          <pc:docMk/>
          <pc:sldMk cId="0" sldId="264"/>
        </pc:sldMkLst>
        <pc:spChg chg="mod">
          <ac:chgData name="José Carlos da Cruz" userId="dd4ad547-ffe4-4700-9653-9f0ad2fb609d" providerId="ADAL" clId="{3E93CA4D-C18D-47B6-A69F-7E9F804B9368}" dt="2026-03-24T20:36:59.005" v="232" actId="14100"/>
          <ac:spMkLst>
            <pc:docMk/>
            <pc:sldMk cId="0" sldId="264"/>
            <ac:spMk id="2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7:16.541" v="279" actId="14100"/>
          <ac:spMkLst>
            <pc:docMk/>
            <pc:sldMk cId="0" sldId="264"/>
            <ac:spMk id="3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7:05.587" v="256" actId="1035"/>
          <ac:spMkLst>
            <pc:docMk/>
            <pc:sldMk cId="0" sldId="264"/>
            <ac:spMk id="6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7:05.587" v="256" actId="1035"/>
          <ac:spMkLst>
            <pc:docMk/>
            <pc:sldMk cId="0" sldId="264"/>
            <ac:spMk id="7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7:05.587" v="256" actId="1035"/>
          <ac:spMkLst>
            <pc:docMk/>
            <pc:sldMk cId="0" sldId="264"/>
            <ac:spMk id="8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7:13.419" v="278" actId="1036"/>
          <ac:spMkLst>
            <pc:docMk/>
            <pc:sldMk cId="0" sldId="264"/>
            <ac:spMk id="9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7:13.419" v="278" actId="1036"/>
          <ac:spMkLst>
            <pc:docMk/>
            <pc:sldMk cId="0" sldId="264"/>
            <ac:spMk id="10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7:13.419" v="278" actId="1036"/>
          <ac:spMkLst>
            <pc:docMk/>
            <pc:sldMk cId="0" sldId="264"/>
            <ac:spMk id="11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7:19.535" v="280" actId="1076"/>
          <ac:spMkLst>
            <pc:docMk/>
            <pc:sldMk cId="0" sldId="264"/>
            <ac:spMk id="12" creationId="{00000000-0000-0000-0000-000000000000}"/>
          </ac:spMkLst>
        </pc:spChg>
      </pc:sldChg>
      <pc:sldChg chg="addSp delSp modSp mod">
        <pc:chgData name="José Carlos da Cruz" userId="dd4ad547-ffe4-4700-9653-9f0ad2fb609d" providerId="ADAL" clId="{3E93CA4D-C18D-47B6-A69F-7E9F804B9368}" dt="2026-03-24T20:38:39.934" v="302" actId="478"/>
        <pc:sldMkLst>
          <pc:docMk/>
          <pc:sldMk cId="0" sldId="265"/>
        </pc:sldMkLst>
        <pc:spChg chg="mod">
          <ac:chgData name="José Carlos da Cruz" userId="dd4ad547-ffe4-4700-9653-9f0ad2fb609d" providerId="ADAL" clId="{3E93CA4D-C18D-47B6-A69F-7E9F804B9368}" dt="2026-03-24T20:37:31.582" v="281" actId="14100"/>
          <ac:spMkLst>
            <pc:docMk/>
            <pc:sldMk cId="0" sldId="265"/>
            <ac:spMk id="2" creationId="{00000000-0000-0000-0000-000000000000}"/>
          </ac:spMkLst>
        </pc:spChg>
        <pc:spChg chg="add del mod">
          <ac:chgData name="José Carlos da Cruz" userId="dd4ad547-ffe4-4700-9653-9f0ad2fb609d" providerId="ADAL" clId="{3E93CA4D-C18D-47B6-A69F-7E9F804B9368}" dt="2026-03-24T20:38:06.865" v="291" actId="14100"/>
          <ac:spMkLst>
            <pc:docMk/>
            <pc:sldMk cId="0" sldId="265"/>
            <ac:spMk id="3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8:25.912" v="300" actId="14100"/>
          <ac:spMkLst>
            <pc:docMk/>
            <pc:sldMk cId="0" sldId="265"/>
            <ac:spMk id="4" creationId="{00000000-0000-0000-0000-000000000000}"/>
          </ac:spMkLst>
        </pc:spChg>
        <pc:spChg chg="del">
          <ac:chgData name="José Carlos da Cruz" userId="dd4ad547-ffe4-4700-9653-9f0ad2fb609d" providerId="ADAL" clId="{3E93CA4D-C18D-47B6-A69F-7E9F804B9368}" dt="2026-03-24T20:38:39.934" v="302" actId="478"/>
          <ac:spMkLst>
            <pc:docMk/>
            <pc:sldMk cId="0" sldId="265"/>
            <ac:spMk id="5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7:37.254" v="282" actId="1076"/>
          <ac:spMkLst>
            <pc:docMk/>
            <pc:sldMk cId="0" sldId="265"/>
            <ac:spMk id="8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7:40.228" v="283" actId="1076"/>
          <ac:spMkLst>
            <pc:docMk/>
            <pc:sldMk cId="0" sldId="265"/>
            <ac:spMk id="9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7:52.880" v="285" actId="1076"/>
          <ac:spMkLst>
            <pc:docMk/>
            <pc:sldMk cId="0" sldId="265"/>
            <ac:spMk id="10" creationId="{00000000-0000-0000-0000-000000000000}"/>
          </ac:spMkLst>
        </pc:spChg>
        <pc:spChg chg="add del mod">
          <ac:chgData name="José Carlos da Cruz" userId="dd4ad547-ffe4-4700-9653-9f0ad2fb609d" providerId="ADAL" clId="{3E93CA4D-C18D-47B6-A69F-7E9F804B9368}" dt="2026-03-24T20:38:03.933" v="290" actId="1076"/>
          <ac:spMkLst>
            <pc:docMk/>
            <pc:sldMk cId="0" sldId="265"/>
            <ac:spMk id="11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8:23.548" v="299" actId="1076"/>
          <ac:spMkLst>
            <pc:docMk/>
            <pc:sldMk cId="0" sldId="265"/>
            <ac:spMk id="12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8:23.548" v="299" actId="1076"/>
          <ac:spMkLst>
            <pc:docMk/>
            <pc:sldMk cId="0" sldId="265"/>
            <ac:spMk id="13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8:38.693" v="301" actId="1076"/>
          <ac:spMkLst>
            <pc:docMk/>
            <pc:sldMk cId="0" sldId="265"/>
            <ac:spMk id="14" creationId="{00000000-0000-0000-0000-000000000000}"/>
          </ac:spMkLst>
        </pc:spChg>
      </pc:sldChg>
      <pc:sldChg chg="delSp modSp mod">
        <pc:chgData name="José Carlos da Cruz" userId="dd4ad547-ffe4-4700-9653-9f0ad2fb609d" providerId="ADAL" clId="{3E93CA4D-C18D-47B6-A69F-7E9F804B9368}" dt="2026-03-24T20:39:25.072" v="311" actId="1076"/>
        <pc:sldMkLst>
          <pc:docMk/>
          <pc:sldMk cId="0" sldId="267"/>
        </pc:sldMkLst>
        <pc:spChg chg="mod">
          <ac:chgData name="José Carlos da Cruz" userId="dd4ad547-ffe4-4700-9653-9f0ad2fb609d" providerId="ADAL" clId="{3E93CA4D-C18D-47B6-A69F-7E9F804B9368}" dt="2026-03-24T20:39:00.154" v="304" actId="14100"/>
          <ac:spMkLst>
            <pc:docMk/>
            <pc:sldMk cId="0" sldId="267"/>
            <ac:spMk id="2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9:00.154" v="304" actId="14100"/>
          <ac:spMkLst>
            <pc:docMk/>
            <pc:sldMk cId="0" sldId="267"/>
            <ac:spMk id="3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9:00.154" v="304" actId="14100"/>
          <ac:spMkLst>
            <pc:docMk/>
            <pc:sldMk cId="0" sldId="267"/>
            <ac:spMk id="4" creationId="{00000000-0000-0000-0000-000000000000}"/>
          </ac:spMkLst>
        </pc:spChg>
        <pc:spChg chg="del">
          <ac:chgData name="José Carlos da Cruz" userId="dd4ad547-ffe4-4700-9653-9f0ad2fb609d" providerId="ADAL" clId="{3E93CA4D-C18D-47B6-A69F-7E9F804B9368}" dt="2026-03-24T20:39:20.038" v="309" actId="478"/>
          <ac:spMkLst>
            <pc:docMk/>
            <pc:sldMk cId="0" sldId="267"/>
            <ac:spMk id="5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9:06.553" v="305" actId="1076"/>
          <ac:spMkLst>
            <pc:docMk/>
            <pc:sldMk cId="0" sldId="267"/>
            <ac:spMk id="8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9:06.553" v="305" actId="1076"/>
          <ac:spMkLst>
            <pc:docMk/>
            <pc:sldMk cId="0" sldId="267"/>
            <ac:spMk id="9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9:09.897" v="306" actId="107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9:09.897" v="306" actId="1076"/>
          <ac:spMkLst>
            <pc:docMk/>
            <pc:sldMk cId="0" sldId="267"/>
            <ac:spMk id="11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9:13.085" v="307" actId="1076"/>
          <ac:spMkLst>
            <pc:docMk/>
            <pc:sldMk cId="0" sldId="267"/>
            <ac:spMk id="12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9:13.085" v="307" actId="1076"/>
          <ac:spMkLst>
            <pc:docMk/>
            <pc:sldMk cId="0" sldId="267"/>
            <ac:spMk id="13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9:25.072" v="311" actId="1076"/>
          <ac:spMkLst>
            <pc:docMk/>
            <pc:sldMk cId="0" sldId="267"/>
            <ac:spMk id="14" creationId="{00000000-0000-0000-0000-000000000000}"/>
          </ac:spMkLst>
        </pc:spChg>
      </pc:sldChg>
      <pc:sldChg chg="modSp mod">
        <pc:chgData name="José Carlos da Cruz" userId="dd4ad547-ffe4-4700-9653-9f0ad2fb609d" providerId="ADAL" clId="{3E93CA4D-C18D-47B6-A69F-7E9F804B9368}" dt="2026-03-24T20:42:36.041" v="404" actId="1076"/>
        <pc:sldMkLst>
          <pc:docMk/>
          <pc:sldMk cId="0" sldId="268"/>
        </pc:sldMkLst>
        <pc:spChg chg="mod">
          <ac:chgData name="José Carlos da Cruz" userId="dd4ad547-ffe4-4700-9653-9f0ad2fb609d" providerId="ADAL" clId="{3E93CA4D-C18D-47B6-A69F-7E9F804B9368}" dt="2026-03-24T20:42:05.272" v="362" actId="14100"/>
          <ac:spMkLst>
            <pc:docMk/>
            <pc:sldMk cId="0" sldId="268"/>
            <ac:spMk id="2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42:13.196" v="377" actId="1035"/>
          <ac:spMkLst>
            <pc:docMk/>
            <pc:sldMk cId="0" sldId="268"/>
            <ac:spMk id="3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42:23.087" v="390" actId="1035"/>
          <ac:spMkLst>
            <pc:docMk/>
            <pc:sldMk cId="0" sldId="268"/>
            <ac:spMk id="4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42:29.713" v="403" actId="1035"/>
          <ac:spMkLst>
            <pc:docMk/>
            <pc:sldMk cId="0" sldId="268"/>
            <ac:spMk id="5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39:56.944" v="313" actId="1076"/>
          <ac:spMkLst>
            <pc:docMk/>
            <pc:sldMk cId="0" sldId="268"/>
            <ac:spMk id="8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41:45.947" v="346" actId="1035"/>
          <ac:spMkLst>
            <pc:docMk/>
            <pc:sldMk cId="0" sldId="268"/>
            <ac:spMk id="9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41:53.526" v="361" actId="1035"/>
          <ac:spMkLst>
            <pc:docMk/>
            <pc:sldMk cId="0" sldId="268"/>
            <ac:spMk id="10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40:25.460" v="317" actId="1076"/>
          <ac:spMkLst>
            <pc:docMk/>
            <pc:sldMk cId="0" sldId="268"/>
            <ac:spMk id="11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42:13.196" v="377" actId="1035"/>
          <ac:spMkLst>
            <pc:docMk/>
            <pc:sldMk cId="0" sldId="268"/>
            <ac:spMk id="12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42:13.196" v="377" actId="1035"/>
          <ac:spMkLst>
            <pc:docMk/>
            <pc:sldMk cId="0" sldId="268"/>
            <ac:spMk id="13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42:23.087" v="390" actId="1035"/>
          <ac:spMkLst>
            <pc:docMk/>
            <pc:sldMk cId="0" sldId="268"/>
            <ac:spMk id="14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42:23.087" v="390" actId="1035"/>
          <ac:spMkLst>
            <pc:docMk/>
            <pc:sldMk cId="0" sldId="268"/>
            <ac:spMk id="15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42:23.087" v="390" actId="1035"/>
          <ac:spMkLst>
            <pc:docMk/>
            <pc:sldMk cId="0" sldId="268"/>
            <ac:spMk id="16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42:29.713" v="403" actId="1035"/>
          <ac:spMkLst>
            <pc:docMk/>
            <pc:sldMk cId="0" sldId="268"/>
            <ac:spMk id="17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42:29.713" v="403" actId="1035"/>
          <ac:spMkLst>
            <pc:docMk/>
            <pc:sldMk cId="0" sldId="268"/>
            <ac:spMk id="18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42:29.713" v="403" actId="1035"/>
          <ac:spMkLst>
            <pc:docMk/>
            <pc:sldMk cId="0" sldId="268"/>
            <ac:spMk id="19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42:36.041" v="404" actId="1076"/>
          <ac:spMkLst>
            <pc:docMk/>
            <pc:sldMk cId="0" sldId="268"/>
            <ac:spMk id="20" creationId="{00000000-0000-0000-0000-000000000000}"/>
          </ac:spMkLst>
        </pc:spChg>
      </pc:sldChg>
      <pc:sldChg chg="modSp mod">
        <pc:chgData name="José Carlos da Cruz" userId="dd4ad547-ffe4-4700-9653-9f0ad2fb609d" providerId="ADAL" clId="{3E93CA4D-C18D-47B6-A69F-7E9F804B9368}" dt="2026-03-24T20:45:46.933" v="462" actId="1076"/>
        <pc:sldMkLst>
          <pc:docMk/>
          <pc:sldMk cId="0" sldId="270"/>
        </pc:sldMkLst>
        <pc:spChg chg="mod">
          <ac:chgData name="José Carlos da Cruz" userId="dd4ad547-ffe4-4700-9653-9f0ad2fb609d" providerId="ADAL" clId="{3E93CA4D-C18D-47B6-A69F-7E9F804B9368}" dt="2026-03-24T20:43:03.550" v="406" actId="14100"/>
          <ac:spMkLst>
            <pc:docMk/>
            <pc:sldMk cId="0" sldId="270"/>
            <ac:spMk id="2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45:36.281" v="443" actId="1035"/>
          <ac:spMkLst>
            <pc:docMk/>
            <pc:sldMk cId="0" sldId="270"/>
            <ac:spMk id="3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43:10.217" v="418" actId="1035"/>
          <ac:spMkLst>
            <pc:docMk/>
            <pc:sldMk cId="0" sldId="270"/>
            <ac:spMk id="6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43:10.217" v="418" actId="1035"/>
          <ac:spMkLst>
            <pc:docMk/>
            <pc:sldMk cId="0" sldId="270"/>
            <ac:spMk id="7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45:42.512" v="461" actId="1035"/>
          <ac:spMkLst>
            <pc:docMk/>
            <pc:sldMk cId="0" sldId="270"/>
            <ac:spMk id="8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45:42.512" v="461" actId="1035"/>
          <ac:spMkLst>
            <pc:docMk/>
            <pc:sldMk cId="0" sldId="270"/>
            <ac:spMk id="9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45:46.933" v="462" actId="1076"/>
          <ac:spMkLst>
            <pc:docMk/>
            <pc:sldMk cId="0" sldId="270"/>
            <ac:spMk id="10" creationId="{00000000-0000-0000-0000-000000000000}"/>
          </ac:spMkLst>
        </pc:spChg>
      </pc:sldChg>
      <pc:sldChg chg="delSp modSp mod">
        <pc:chgData name="José Carlos da Cruz" userId="dd4ad547-ffe4-4700-9653-9f0ad2fb609d" providerId="ADAL" clId="{3E93CA4D-C18D-47B6-A69F-7E9F804B9368}" dt="2026-03-24T20:46:19.183" v="492" actId="478"/>
        <pc:sldMkLst>
          <pc:docMk/>
          <pc:sldMk cId="0" sldId="271"/>
        </pc:sldMkLst>
        <pc:spChg chg="mod">
          <ac:chgData name="José Carlos da Cruz" userId="dd4ad547-ffe4-4700-9653-9f0ad2fb609d" providerId="ADAL" clId="{3E93CA4D-C18D-47B6-A69F-7E9F804B9368}" dt="2026-03-24T20:45:59.747" v="464" actId="14100"/>
          <ac:spMkLst>
            <pc:docMk/>
            <pc:sldMk cId="0" sldId="271"/>
            <ac:spMk id="2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46:06.459" v="475" actId="1036"/>
          <ac:spMkLst>
            <pc:docMk/>
            <pc:sldMk cId="0" sldId="271"/>
            <ac:spMk id="3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46:12.668" v="490" actId="1035"/>
          <ac:spMkLst>
            <pc:docMk/>
            <pc:sldMk cId="0" sldId="271"/>
            <ac:spMk id="4" creationId="{00000000-0000-0000-0000-000000000000}"/>
          </ac:spMkLst>
        </pc:spChg>
        <pc:spChg chg="del">
          <ac:chgData name="José Carlos da Cruz" userId="dd4ad547-ffe4-4700-9653-9f0ad2fb609d" providerId="ADAL" clId="{3E93CA4D-C18D-47B6-A69F-7E9F804B9368}" dt="2026-03-24T20:46:19.183" v="492" actId="478"/>
          <ac:spMkLst>
            <pc:docMk/>
            <pc:sldMk cId="0" sldId="271"/>
            <ac:spMk id="5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46:06.459" v="475" actId="1036"/>
          <ac:spMkLst>
            <pc:docMk/>
            <pc:sldMk cId="0" sldId="271"/>
            <ac:spMk id="10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46:06.459" v="475" actId="1036"/>
          <ac:spMkLst>
            <pc:docMk/>
            <pc:sldMk cId="0" sldId="271"/>
            <ac:spMk id="11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46:12.668" v="490" actId="1035"/>
          <ac:spMkLst>
            <pc:docMk/>
            <pc:sldMk cId="0" sldId="271"/>
            <ac:spMk id="12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46:12.668" v="490" actId="1035"/>
          <ac:spMkLst>
            <pc:docMk/>
            <pc:sldMk cId="0" sldId="271"/>
            <ac:spMk id="13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46:18.052" v="491" actId="1076"/>
          <ac:spMkLst>
            <pc:docMk/>
            <pc:sldMk cId="0" sldId="271"/>
            <ac:spMk id="14" creationId="{00000000-0000-0000-0000-000000000000}"/>
          </ac:spMkLst>
        </pc:spChg>
      </pc:sldChg>
      <pc:sldChg chg="delSp modSp mod">
        <pc:chgData name="José Carlos da Cruz" userId="dd4ad547-ffe4-4700-9653-9f0ad2fb609d" providerId="ADAL" clId="{3E93CA4D-C18D-47B6-A69F-7E9F804B9368}" dt="2026-03-24T20:47:44.796" v="517" actId="478"/>
        <pc:sldMkLst>
          <pc:docMk/>
          <pc:sldMk cId="0" sldId="273"/>
        </pc:sldMkLst>
        <pc:spChg chg="mod">
          <ac:chgData name="José Carlos da Cruz" userId="dd4ad547-ffe4-4700-9653-9f0ad2fb609d" providerId="ADAL" clId="{3E93CA4D-C18D-47B6-A69F-7E9F804B9368}" dt="2026-03-24T20:46:39.606" v="493" actId="14100"/>
          <ac:spMkLst>
            <pc:docMk/>
            <pc:sldMk cId="0" sldId="273"/>
            <ac:spMk id="2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47:38.920" v="515" actId="1035"/>
          <ac:spMkLst>
            <pc:docMk/>
            <pc:sldMk cId="0" sldId="273"/>
            <ac:spMk id="3" creationId="{00000000-0000-0000-0000-000000000000}"/>
          </ac:spMkLst>
        </pc:spChg>
        <pc:spChg chg="del">
          <ac:chgData name="José Carlos da Cruz" userId="dd4ad547-ffe4-4700-9653-9f0ad2fb609d" providerId="ADAL" clId="{3E93CA4D-C18D-47B6-A69F-7E9F804B9368}" dt="2026-03-24T20:47:44.796" v="517" actId="478"/>
          <ac:spMkLst>
            <pc:docMk/>
            <pc:sldMk cId="0" sldId="273"/>
            <ac:spMk id="4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47:38.920" v="515" actId="1035"/>
          <ac:spMkLst>
            <pc:docMk/>
            <pc:sldMk cId="0" sldId="273"/>
            <ac:spMk id="8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47:38.920" v="515" actId="1035"/>
          <ac:spMkLst>
            <pc:docMk/>
            <pc:sldMk cId="0" sldId="273"/>
            <ac:spMk id="9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47:43.654" v="516" actId="1076"/>
          <ac:spMkLst>
            <pc:docMk/>
            <pc:sldMk cId="0" sldId="273"/>
            <ac:spMk id="10" creationId="{00000000-0000-0000-0000-000000000000}"/>
          </ac:spMkLst>
        </pc:spChg>
      </pc:sldChg>
      <pc:sldChg chg="modSp mod">
        <pc:chgData name="José Carlos da Cruz" userId="dd4ad547-ffe4-4700-9653-9f0ad2fb609d" providerId="ADAL" clId="{3E93CA4D-C18D-47B6-A69F-7E9F804B9368}" dt="2026-03-24T20:48:12.582" v="521" actId="1076"/>
        <pc:sldMkLst>
          <pc:docMk/>
          <pc:sldMk cId="0" sldId="275"/>
        </pc:sldMkLst>
        <pc:spChg chg="mod">
          <ac:chgData name="José Carlos da Cruz" userId="dd4ad547-ffe4-4700-9653-9f0ad2fb609d" providerId="ADAL" clId="{3E93CA4D-C18D-47B6-A69F-7E9F804B9368}" dt="2026-03-24T20:48:06.076" v="519" actId="1076"/>
          <ac:spMkLst>
            <pc:docMk/>
            <pc:sldMk cId="0" sldId="275"/>
            <ac:spMk id="5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48:03.285" v="518" actId="1076"/>
          <ac:spMkLst>
            <pc:docMk/>
            <pc:sldMk cId="0" sldId="275"/>
            <ac:spMk id="6" creationId="{00000000-0000-0000-0000-000000000000}"/>
          </ac:spMkLst>
        </pc:spChg>
        <pc:spChg chg="mod">
          <ac:chgData name="José Carlos da Cruz" userId="dd4ad547-ffe4-4700-9653-9f0ad2fb609d" providerId="ADAL" clId="{3E93CA4D-C18D-47B6-A69F-7E9F804B9368}" dt="2026-03-24T20:48:12.582" v="521" actId="1076"/>
          <ac:spMkLst>
            <pc:docMk/>
            <pc:sldMk cId="0" sldId="275"/>
            <ac:spMk id="13" creationId="{00000000-0000-0000-0000-000000000000}"/>
          </ac:spMkLst>
        </pc:spChg>
      </pc:sldChg>
      <pc:sldMasterChg chg="addSp mod">
        <pc:chgData name="José Carlos da Cruz" userId="dd4ad547-ffe4-4700-9653-9f0ad2fb609d" providerId="ADAL" clId="{3E93CA4D-C18D-47B6-A69F-7E9F804B9368}" dt="2026-03-24T20:31:36.181" v="7" actId="33475"/>
        <pc:sldMasterMkLst>
          <pc:docMk/>
          <pc:sldMasterMk cId="0" sldId="2147483648"/>
        </pc:sldMasterMkLst>
        <pc:spChg chg="add">
          <ac:chgData name="José Carlos da Cruz" userId="dd4ad547-ffe4-4700-9653-9f0ad2fb609d" providerId="ADAL" clId="{3E93CA4D-C18D-47B6-A69F-7E9F804B9368}" dt="2026-03-24T20:31:36.181" v="7" actId="33475"/>
          <ac:spMkLst>
            <pc:docMk/>
            <pc:sldMasterMk cId="0" sldId="2147483648"/>
            <ac:spMk id="3" creationId="{F903428C-D16B-A360-E5E3-97AE0215EB57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3500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903428C-D16B-A360-E5E3-97AE0215EB5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942840"/>
            <a:ext cx="3470275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Classificado como Informação Geral | Labeled as General Information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4326" y="1512689"/>
            <a:ext cx="70951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Passos que Transformam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947450" y="2350889"/>
            <a:ext cx="524895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Storytelling Analítico - Associação Passos Mágicos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885146" y="2899470"/>
            <a:ext cx="33737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Impacto Educacional 2022-2024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018583" y="3444180"/>
            <a:ext cx="310683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FIAP POSTECH - Data Analytics • Datathon Fase 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1363712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765673"/>
            <a:ext cx="7924800" cy="710952"/>
          </a:xfrm>
          <a:prstGeom prst="roundRect">
            <a:avLst>
              <a:gd name="adj" fmla="val 66440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486150"/>
            <a:ext cx="7924800" cy="721073"/>
          </a:xfrm>
          <a:prstGeom prst="roundRect">
            <a:avLst>
              <a:gd name="adj" fmla="val 66440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4229100"/>
            <a:ext cx="7924800" cy="770036"/>
          </a:xfrm>
          <a:prstGeom prst="roundRect">
            <a:avLst>
              <a:gd name="adj" fmla="val 66440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Introdução: A Missão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38200" y="1478161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Associação Passos Mágicos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200" y="1904851"/>
            <a:ext cx="7467600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anos transformando vidas de crianças e jovens de baixa renda em Embu-Guaçu através da educação de qualidade e apoio psicossocial.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63524" y="2858989"/>
            <a:ext cx="76169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63524" y="3192067"/>
            <a:ext cx="76169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Fundação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38200" y="3629025"/>
            <a:ext cx="76169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38200" y="3969991"/>
            <a:ext cx="76169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Expansão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63524" y="4307087"/>
            <a:ext cx="76169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anos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63524" y="4656981"/>
            <a:ext cx="76169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Analisados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Desafio Analítico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792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usar dados de 2022 a 2024 para identificar riscos de defasagem e garantir que a "fórmula mágica" seja efetiva?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2011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Responder 11 perguntas de negócio estratégicas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Analisar 8 indicadores multidimensionais (IAN, IDA, IEG, IAA, IPS, IPP, IPV, INDE)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padrões de risco antes da queda de desempenho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a efetividade do programa educacional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158100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899173"/>
            <a:ext cx="7924800" cy="171092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de Análise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318171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Avaliados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19200" y="1680194"/>
            <a:ext cx="7010400" cy="1440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IAN: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Adequação de Nível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Desempenho Acadêmico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IEG: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Engajamento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IAA: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Autoavaliação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994570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Análises Realizadas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19200" y="3361877"/>
            <a:ext cx="7010400" cy="1172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IPS: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Aspectos Psicossociais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IPP: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Psicopedagógicos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IPV: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Ponto de Virada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Índice Global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15232"/>
            <a:ext cx="7924800" cy="1101030"/>
          </a:xfrm>
          <a:prstGeom prst="roundRect">
            <a:avLst>
              <a:gd name="adj" fmla="val 66440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716262"/>
            <a:ext cx="7924800" cy="1101030"/>
          </a:xfrm>
          <a:prstGeom prst="roundRect">
            <a:avLst>
              <a:gd name="adj" fmla="val 66440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817293"/>
            <a:ext cx="7924800" cy="1101030"/>
          </a:xfrm>
          <a:prstGeom prst="roundRect">
            <a:avLst>
              <a:gd name="adj" fmla="val 66440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5070723"/>
            <a:ext cx="7924800" cy="60186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Perfil de Defasagem (IAN)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09600" y="117336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 1: Qual é o perfil geral de defasagem dos alunos?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3524" y="1843832"/>
            <a:ext cx="76169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63524" y="2301032"/>
            <a:ext cx="76169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Adequados ao Nível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63524" y="2944862"/>
            <a:ext cx="76169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63524" y="3402062"/>
            <a:ext cx="76169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Moderadamente Defasados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63524" y="4045893"/>
            <a:ext cx="76169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63524" y="4503093"/>
            <a:ext cx="76169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Severamente Defasados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76300" y="5185023"/>
            <a:ext cx="74295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58% dos alunos ingressam com algum nível de defasagem, evidenciando a necessidade crítica de intervenção pedagógica estruturada.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957983"/>
            <a:ext cx="7924800" cy="105147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09454"/>
            <a:ext cx="7924800" cy="105147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4365724"/>
            <a:ext cx="7924800" cy="41523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 do IAN ao Longo do Tempo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09600" y="1173361"/>
            <a:ext cx="7924800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Tendência de melhoria progressiva com redução de 18% na defasagem severa após 2 anos de programa.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38200" y="2186583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(Início)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38200" y="2567583"/>
            <a:ext cx="76169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Defasagem Severa: 23%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8200" y="3238054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(Atual)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8200" y="3619054"/>
            <a:ext cx="76169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Defasagem Severa: 5%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6300" y="4480024"/>
            <a:ext cx="757809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Recomendação: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Intensificar acompanhamento individualizado nos primeiros 6 meses para acelerar adequação de nível.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39032"/>
            <a:ext cx="7924800" cy="964406"/>
          </a:xfrm>
          <a:prstGeom prst="roundRect">
            <a:avLst>
              <a:gd name="adj" fmla="val 66440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579638"/>
            <a:ext cx="7924800" cy="859929"/>
          </a:xfrm>
          <a:prstGeom prst="roundRect">
            <a:avLst>
              <a:gd name="adj" fmla="val 66440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531543"/>
            <a:ext cx="7924800" cy="895350"/>
          </a:xfrm>
          <a:prstGeom prst="roundRect">
            <a:avLst>
              <a:gd name="adj" fmla="val 66440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Desempenho Acadêmico (IDA)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09600" y="117336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 2: O desempenho acadêmico está melhorando?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3524" y="1767632"/>
            <a:ext cx="76169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63524" y="2224832"/>
            <a:ext cx="76169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IDA 2022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3524" y="2697212"/>
            <a:ext cx="76169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63524" y="3154412"/>
            <a:ext cx="76169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IDA 2024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63524" y="3760143"/>
            <a:ext cx="76169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63524" y="4217343"/>
            <a:ext cx="76169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9600" y="4503093"/>
            <a:ext cx="7924800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IDA apresenta melhoria consistente ao longo das fases: Quartzo → Ágata → Ametista → Topázio, com crescimento médio de 1.6 pontos.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76199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057251"/>
            <a:ext cx="7924800" cy="76199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870597"/>
            <a:ext cx="7924800" cy="76199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676055"/>
            <a:ext cx="7924800" cy="76199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Progressão nas Fases do Programa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63524" y="1259086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Quartzo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63524" y="1655266"/>
            <a:ext cx="76169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63524" y="2064841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Ágata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63524" y="2461022"/>
            <a:ext cx="76169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63524" y="2880122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Ametista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63524" y="3276302"/>
            <a:ext cx="76169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63524" y="3676352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Topázio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63524" y="4072533"/>
            <a:ext cx="76169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09600" y="4703416"/>
            <a:ext cx="757809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Confirmada a efetividade progressiva do programa com ganhos consistentes entre fases.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15233"/>
            <a:ext cx="7924800" cy="131058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988617"/>
            <a:ext cx="7924800" cy="138678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Engajamento e Performance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17336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 3 e 4: Relação entre IEG (Engajamento) e IDA/IPV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643807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Correlação IEG × IDA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2116187"/>
            <a:ext cx="74615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0.78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649587"/>
            <a:ext cx="746150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Forte correlação positiva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3055293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Correlação IEG × IPV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3527673"/>
            <a:ext cx="74615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14400" y="4061073"/>
            <a:ext cx="746150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Correlação muito forte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9600" y="4733479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Alunos com IEG &gt; 7.5 têm 3.2x mais probabilidade de atingir o Ponto de Virada (IPV).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18072"/>
            <a:ext cx="7924800" cy="720030"/>
          </a:xfrm>
          <a:prstGeom prst="roundRect">
            <a:avLst>
              <a:gd name="adj" fmla="val 66440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28650" y="2502992"/>
            <a:ext cx="7924800" cy="720030"/>
          </a:xfrm>
          <a:prstGeom prst="roundRect">
            <a:avLst>
              <a:gd name="adj" fmla="val 66440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282107"/>
            <a:ext cx="7924800" cy="777180"/>
          </a:xfrm>
          <a:prstGeom prst="roundRect">
            <a:avLst>
              <a:gd name="adj" fmla="val 66440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Autoavaliação vs Realidade (IAA)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percepções dos alunos (IAA) são coerentes com desempenho real (IDA)?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63524" y="1788319"/>
            <a:ext cx="76169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63524" y="2190304"/>
            <a:ext cx="76169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Autoavaliação Alinhada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63524" y="2618780"/>
            <a:ext cx="76169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63524" y="2982665"/>
            <a:ext cx="76169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Superestimam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63524" y="3338810"/>
            <a:ext cx="76169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63524" y="3796010"/>
            <a:ext cx="76169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Subestimam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76300" y="4586436"/>
            <a:ext cx="74295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Crítico: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32% dos alunos apresentam desalinhamento entre percepção e realidade, exigindo trabalho psicopedagógico focado em autoconsciência.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Sinais de Alerta Psicossociais (IPS)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36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 5: Padrões psicossociais que antecedem quedas de desempenho?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615232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 - Padrão identificado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034332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Queda de 15%+ no IPS precede redução no IDA em 83% dos casos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Janela média de antecedência: 4-6 semanas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 gatilho: questões familiares e socioeconômicas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15232"/>
            <a:ext cx="7956000" cy="720000"/>
          </a:xfrm>
          <a:prstGeom prst="roundRect">
            <a:avLst>
              <a:gd name="adj" fmla="val 66440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716262"/>
            <a:ext cx="7956000" cy="720000"/>
          </a:xfrm>
          <a:prstGeom prst="roundRect">
            <a:avLst>
              <a:gd name="adj" fmla="val 66440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817293"/>
            <a:ext cx="7956000" cy="720000"/>
          </a:xfrm>
          <a:prstGeom prst="roundRect">
            <a:avLst>
              <a:gd name="adj" fmla="val 66440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Psicopedagógica (IPP)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09600" y="117336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 6: IPP confirma ou contradiz defasagem do IAN?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3524" y="1674317"/>
            <a:ext cx="76169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63524" y="2131517"/>
            <a:ext cx="76169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Confirmação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63524" y="2754332"/>
            <a:ext cx="76169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63524" y="3211532"/>
            <a:ext cx="76169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Divergências Leves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63524" y="3859263"/>
            <a:ext cx="76169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63524" y="4316463"/>
            <a:ext cx="76169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Contradições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76300" y="4628079"/>
            <a:ext cx="74295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Alta confiabilidade do IAN como indicador de defasagem, com 91% de corroboração pelo diagnóstico psicopedagógico profissional.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72357"/>
            <a:ext cx="7924800" cy="79200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291899"/>
            <a:ext cx="7924800" cy="79200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114693"/>
            <a:ext cx="7924800" cy="79200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937487"/>
            <a:ext cx="7924800" cy="79200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Drivers do Ponto de Virada (IPV)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09600" y="117336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 7: Quais comportamentos mais influenciam o IPV?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3524" y="1499072"/>
            <a:ext cx="761695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Engajamento (IEG)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3524" y="1643733"/>
            <a:ext cx="76169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63524" y="1929483"/>
            <a:ext cx="76169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 no IPV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3524" y="2339597"/>
            <a:ext cx="761695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Desempenho (IDA)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3524" y="2484258"/>
            <a:ext cx="76169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3524" y="2770008"/>
            <a:ext cx="76169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 no IPV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63524" y="3148328"/>
            <a:ext cx="761695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Psicossocial (IPS)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3524" y="3292989"/>
            <a:ext cx="76169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63524" y="3578739"/>
            <a:ext cx="76169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 no IPV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63524" y="3963459"/>
            <a:ext cx="761695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Autoavaliação (IAA)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3524" y="4108120"/>
            <a:ext cx="76169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63524" y="4393870"/>
            <a:ext cx="76169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 no IPV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09600" y="487050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Engajamento é o fator mais crítico, seguido por desempenho acadêmico.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15232"/>
            <a:ext cx="7924800" cy="2083743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Fórmula do Sucesso (INDE)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36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 8: Quais combinações elevam mais o INDE?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8200" y="1843832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Combinações de Alto Impacto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43000" y="2316212"/>
            <a:ext cx="71628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IEG alto + IDA alto: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INDE médio de 8.7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IEG alto + IPS estável + IPP positivo: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INDE médio de 8.4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 alto + IAA alinhado + IPS estável: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INDE médio de 8.1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15232"/>
            <a:ext cx="7924800" cy="162000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262908"/>
            <a:ext cx="7924800" cy="162000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Previsão de Risco com ML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24956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 9: Padrões para identificar alunos em risco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739057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Features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19200" y="2211437"/>
            <a:ext cx="7010400" cy="1051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Variação IEG (-2 períodos)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Queda IPS &gt; 10%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 abaixo média da fase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329583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Modelo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19200" y="3801963"/>
            <a:ext cx="7010400" cy="1051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Acurácia: 87%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Precisão: 84%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Recall: 89%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600" y="4930229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Modelo preditivo identifica 89% dos alunos em risco com 4-8 semanas de antecedência.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15232"/>
            <a:ext cx="7924800" cy="900000"/>
          </a:xfrm>
          <a:prstGeom prst="roundRect">
            <a:avLst>
              <a:gd name="adj" fmla="val 66440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544812"/>
            <a:ext cx="7924800" cy="900000"/>
          </a:xfrm>
          <a:prstGeom prst="roundRect">
            <a:avLst>
              <a:gd name="adj" fmla="val 66440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474393"/>
            <a:ext cx="7924800" cy="900000"/>
          </a:xfrm>
          <a:prstGeom prst="roundRect">
            <a:avLst>
              <a:gd name="adj" fmla="val 66440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Efetividade do Programa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09600" y="117336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 10: Os indicadores confirmam impacto real?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3524" y="1843832"/>
            <a:ext cx="76169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63524" y="2301032"/>
            <a:ext cx="76169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 IDA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63524" y="2773412"/>
            <a:ext cx="76169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-78%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63524" y="3230612"/>
            <a:ext cx="76169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Redução Defasagem Severa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63524" y="3702993"/>
            <a:ext cx="76169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63524" y="4160193"/>
            <a:ext cx="76169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Atingem IPV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76300" y="4521845"/>
            <a:ext cx="7429500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Resposta: SIM.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Melhora consistente e progressiva em todas as fases (Quartzo → Topázio), confirmando a efetividade da "fórmula mágica" da Passos Mágicos.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e Criatividade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 11: Descobertas adicionais e recomendações estratégicas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767632"/>
            <a:ext cx="7620000" cy="1462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Janela Crítica: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Primeiros 6 meses são decisivos - 78% dos que se engajam nessa fase completam programa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Efeito Cascata: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Melhoria no IPS impacta positivamente IEG em 4-6 semanas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Cego: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Alunos que superestimam capacidade (IAA &gt; IDA) têm maior taxa de evasão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144000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718197"/>
            <a:ext cx="7924800" cy="144000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Recomendações Estratégicas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1554361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Curto Prazo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19200" y="2026741"/>
            <a:ext cx="7010400" cy="66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sistema de alerta IPS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Reforçar onboarding nos primeiros 6 meses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022997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Médio Prazo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19200" y="3495377"/>
            <a:ext cx="7010400" cy="66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Oficinas de autoconsciência (IAA)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Mentoria peer-to-peer para engajamento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76300" y="4705053"/>
            <a:ext cx="757809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Prioridade Máxima: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Deploy do modelo preditivo via Streamlit para intervenção proativa em alunos de risco.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2083743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Passos: Da Análise à Ação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78161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Entregas Técnicas Complementares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43000" y="1950541"/>
            <a:ext cx="71628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preditivo em Python (feature engineering, treino/teste, avaliação)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 Streamlit deployada no Community Cloud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 GitHub com códigos de limpeza e análise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3561904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Transformar insights em ferramentas práticas para a Passos Mágicos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03278" y="1451670"/>
            <a:ext cx="1937445" cy="1101030"/>
          </a:xfrm>
          <a:prstGeom prst="roundRect">
            <a:avLst>
              <a:gd name="adj" fmla="val 66440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03278" y="2552700"/>
            <a:ext cx="1937445" cy="1101030"/>
          </a:xfrm>
          <a:prstGeom prst="roundRect">
            <a:avLst>
              <a:gd name="adj" fmla="val 66440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603278" y="3653730"/>
            <a:ext cx="1937445" cy="1101030"/>
          </a:xfrm>
          <a:prstGeom prst="roundRect">
            <a:avLst>
              <a:gd name="adj" fmla="val 66440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33861" y="445889"/>
            <a:ext cx="5676129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Passos que Transformam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42120" y="1055490"/>
            <a:ext cx="765976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dados confirmam: educação + apoio psicossocial = transformação real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17075" y="1680270"/>
            <a:ext cx="150984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anos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817075" y="2137470"/>
            <a:ext cx="150984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Impacto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7075" y="2781300"/>
            <a:ext cx="150984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817075" y="3238500"/>
            <a:ext cx="150984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Atingem Ponto de Virada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17075" y="3882330"/>
            <a:ext cx="150984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817075" y="4339530"/>
            <a:ext cx="150984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Dedicação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528748" y="4798516"/>
            <a:ext cx="344945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FIAP POSTECH Data Analytics • Datathon Fase 5 • 2026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95599"/>
            <a:ext cx="7924800" cy="1977033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07804" y="979438"/>
            <a:ext cx="312839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Metodológica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79729" y="2000399"/>
            <a:ext cx="742264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Ilustrativos: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" y="2392710"/>
            <a:ext cx="7277100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valores quantitativos apresentados nesta apresentação são ilustrativos e baseados em padrões típicos de programas educacionais similares. A estrutura analítica, metodologia e framework conceitual refletem as melhores práticas de Data Analytics aplicadas ao contexto da Associação Passos Mágicos. A implementação completa com dados reais está prevista nas próximas etapas do projeto.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92985" y="3977432"/>
            <a:ext cx="595803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storytelling demonstra domínio conceitual dos indicadores e capacidade analítica estruturada.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1099</Words>
  <Application>Microsoft Office PowerPoint</Application>
  <PresentationFormat>Apresentação na tela (16:9)</PresentationFormat>
  <Paragraphs>192</Paragraphs>
  <Slides>21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4" baseType="lpstr">
      <vt:lpstr>Aptos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José Carlos da Cruz</cp:lastModifiedBy>
  <cp:revision>1</cp:revision>
  <dcterms:created xsi:type="dcterms:W3CDTF">2026-03-24T20:30:58Z</dcterms:created>
  <dcterms:modified xsi:type="dcterms:W3CDTF">2026-03-24T20:48:21Z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988faac-7551-4c58-92c7-6ea9d9398ce2_Enabled">
    <vt:lpwstr>true</vt:lpwstr>
  </property>
  <property fmtid="{D5CDD505-2E9C-101B-9397-08002B2CF9AE}" pid="3" name="MSIP_Label_0988faac-7551-4c58-92c7-6ea9d9398ce2_SetDate">
    <vt:lpwstr>2026-03-24T20:31:36Z</vt:lpwstr>
  </property>
  <property fmtid="{D5CDD505-2E9C-101B-9397-08002B2CF9AE}" pid="4" name="MSIP_Label_0988faac-7551-4c58-92c7-6ea9d9398ce2_Method">
    <vt:lpwstr>Standard</vt:lpwstr>
  </property>
  <property fmtid="{D5CDD505-2E9C-101B-9397-08002B2CF9AE}" pid="5" name="MSIP_Label_0988faac-7551-4c58-92c7-6ea9d9398ce2_Name">
    <vt:lpwstr>Geral</vt:lpwstr>
  </property>
  <property fmtid="{D5CDD505-2E9C-101B-9397-08002B2CF9AE}" pid="6" name="MSIP_Label_0988faac-7551-4c58-92c7-6ea9d9398ce2_SiteId">
    <vt:lpwstr>8b7cb950-a7e7-4897-9382-00f1b86d3871</vt:lpwstr>
  </property>
  <property fmtid="{D5CDD505-2E9C-101B-9397-08002B2CF9AE}" pid="7" name="MSIP_Label_0988faac-7551-4c58-92c7-6ea9d9398ce2_ActionId">
    <vt:lpwstr>863151f3-5f5e-4a3c-b8fe-5fde3a9d85f3</vt:lpwstr>
  </property>
  <property fmtid="{D5CDD505-2E9C-101B-9397-08002B2CF9AE}" pid="8" name="MSIP_Label_0988faac-7551-4c58-92c7-6ea9d9398ce2_ContentBits">
    <vt:lpwstr>2</vt:lpwstr>
  </property>
  <property fmtid="{D5CDD505-2E9C-101B-9397-08002B2CF9AE}" pid="9" name="MSIP_Label_0988faac-7551-4c58-92c7-6ea9d9398ce2_Tag">
    <vt:lpwstr>10, 3, 0, 1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Classificado como Informação Geral | Labeled as General Information</vt:lpwstr>
  </property>
</Properties>
</file>